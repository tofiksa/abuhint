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NO"/>
              <a:t/>
            </a:r>
            <a:endParaRPr lang="en-US" sz="1100"/>
          </a:p>
          <a:p>
            <a:pPr algn="ctr"/>
            <a:r>
              <a:rPr lang="en-US" sz="4400" b="true">
                <a:solidFill>
                  <a:srgbClr val="404040"/>
                </a:solidFill>
              </a:rPr>
              <a:t>[{"title":"Velkommen til Retro!","content":"Varighet: 1 time\nFokus: Prioriteringer og Samarbeid\nMål: Forbedre hvordan vi jobber sammen og prioriterer oppgaver."},{"title":"1. Check-in (10 min)","content":"Kort runde: Hvordan føler du deg i dag?\nEt ord om prioritet/samarbeid.\nAnbefaling: Sett stemningen tidlig som på Kongsmoen."},{"title":"2. Kartlegg Prioriteringer (15 min)","content":"Lag liste over prioriteringer fra siste periode.\nDiskuter hva som gikk bra og hva som forvirret.\nTips: Ikke tyranniser diskusjonen – få alle med!"},{"title":"3. Samarbeid og flyt (20 min)","content":"Diskuter: Hva hjalp oss å samarbeide?\nHvor fikk vi trøbbel?\nAvslutt med positiv tilbakemelding til en kollega.\nAnbefaling: Hjelpeland Regnskap-trikset for trygghet."},{"title":"4. Avslutt med tiltak og eierskap (15 min)","content":"Velg 2-3 konkrete tiltak med eiere.\nHold det enkelt, lett å huske.\nAlle sier noe de tar ansvar for."}]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